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2322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995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목적: 표지. 발표 주제와 대상(전 임직원)을 제시하고 자료의 성격(사내 소개)을 명확히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목적: 발표 전체 구성과 각 묶음의 목적을 미리 제시해 청중이 흐름을 예측하게 한다. 각 슬라이드 노트에 페이지별 목적을 기재함.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목적: 시스템의 정체성을 한 문장으로 각인시킨다. 세부 기능 전에 '전체상'을 먼저 잡아준다.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목적: '왜 필요한가'를 공감시킨다. 현재 불편(분산·중복·검색불가)을 짚고 해결 목표로 연결한다.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목적: 도입으로 얻는 구체적 이득을 영역별로 제시해 '나에게 무슨 도움인가'를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목적: 개별 기능 설명 전, 시스템 전체 레이어(업무/지식/공통/기술)를 지도로 보여줘 위치감을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목적: 가장 핵심 모듈인 프로젝트 관리의 구조(프로젝트-작업-세그먼트)와 자동 집계 강점을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목적: 인력과 장비라는 두 자원의 운용 방식과 '과부하 가시화' 가치를 함께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목적: 이미 실운영 중인 모듈을 강조해 '검증된 시스템'이라는 신뢰를 준다. 성공 사례로 활용.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목적: 가장 하위 기능이 많은 회계 모듈을 '마스터-흐름' 구조로 압축해 복잡도를 정리해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목적: 업무 결재와 사내 협업 채널을 묶어, 시스템이 '소통·승인'까지 포함함을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목적: 일반 사용자 기능 외 운영·관리 기능을 보여줘 시스템이 '관리 체계'까지 갖췄음을 전달한다.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목적: 차별화 포인트인 NAS 통합검색의 규모와 검색 원리를 설명해 '묻힌 자료를 깨운다'는 가치를 전달.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목적: 검색에서 끝나지 않고 '바로 열어보는' 실사용 경험과 비용 0·사내보관 운영 강점을 전달한다.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목적: 기술 청중·경영진에게 '검증된 현대적 스택과 체계적 품질관리'로 신뢰를 준다. 과도한 세부는 생략.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목적: 외부 비용 없이 사내 1대 서버로 운영되는 효율적·자립적 인프라임을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목적: 보안·데이터 보호에 대한 우려를 선제적으로 해소한다. 특히 '데이터가 밖으로 나가지 않는다'를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목적: 현재 어디까지 왔는지 솔직히 공유한다. '검증된 부분(AS)'과 '확장 중인 부분'을 구분해 신뢰 형성.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목적: 앞으로의 방향을 제시해 기대감을 주고, 사용자 피드백이 로드맵에 반영됨을 알린다.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목적: 마무리. 실제 접속 방법과 피드백 채널을 안내해 '바로 써보고 의견 달라'는 행동을 유도한다.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맑은 고딕"/>
              </a:rPr>
              <a:t>오션테크 ERP·OT 통합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832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0">
                <a:solidFill>
                  <a:srgbClr val="2BB3C0"/>
                </a:solidFill>
                <a:latin typeface="맑은 고딕"/>
              </a:rPr>
              <a:t>프로젝트 · 자원 · 수리 · 회계 · 결재 · 지식검색을 하나로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891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CFDD"/>
                </a:solidFill>
                <a:latin typeface="맑은 고딕"/>
              </a:rPr>
              <a:t>사내 소개 자료 — 전 임직원 대상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035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0A8B8"/>
                </a:solidFill>
                <a:latin typeface="맑은 고딕"/>
              </a:rPr>
              <a:t>2026-06  ·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BB3C0"/>
                </a:solidFill>
                <a:latin typeface="맑은 고딕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발표 구성과 페이지별 목적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2BB3C0"/>
                </a:solidFill>
                <a:latin typeface="맑은 고딕"/>
              </a:rPr>
              <a:t>  1.  </a:t>
            </a:r>
            <a:r>
              <a:rPr sz="1700" b="1">
                <a:solidFill>
                  <a:srgbClr val="1B2A35"/>
                </a:solidFill>
                <a:latin typeface="맑은 고딕"/>
              </a:rPr>
              <a:t>한눈에 보기 / 배경·목적</a:t>
            </a:r>
            <a:r>
              <a:rPr sz="1300" b="0">
                <a:solidFill>
                  <a:srgbClr val="556670"/>
                </a:solidFill>
                <a:latin typeface="맑은 고딕"/>
              </a:rPr>
              <a:t>   —  무엇이고 왜 만들었는지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BB3C0"/>
                </a:solidFill>
                <a:latin typeface="맑은 고딕"/>
              </a:rPr>
              <a:t>  2.  </a:t>
            </a:r>
            <a:r>
              <a:rPr sz="1700" b="1">
                <a:solidFill>
                  <a:srgbClr val="1B2A35"/>
                </a:solidFill>
                <a:latin typeface="맑은 고딕"/>
              </a:rPr>
              <a:t>도입 효과 / 전체 구성 지도</a:t>
            </a:r>
            <a:r>
              <a:rPr sz="1300" b="0">
                <a:solidFill>
                  <a:srgbClr val="556670"/>
                </a:solidFill>
                <a:latin typeface="맑은 고딕"/>
              </a:rPr>
              <a:t>   —  기대 효과와 모듈 전경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BB3C0"/>
                </a:solidFill>
                <a:latin typeface="맑은 고딕"/>
              </a:rPr>
              <a:t>  3.  </a:t>
            </a:r>
            <a:r>
              <a:rPr sz="1700" b="1">
                <a:solidFill>
                  <a:srgbClr val="1B2A35"/>
                </a:solidFill>
                <a:latin typeface="맑은 고딕"/>
              </a:rPr>
              <a:t>기능 모듈 상세</a:t>
            </a:r>
            <a:r>
              <a:rPr sz="1300" b="0">
                <a:solidFill>
                  <a:srgbClr val="556670"/>
                </a:solidFill>
                <a:latin typeface="맑은 고딕"/>
              </a:rPr>
              <a:t>   —  프로젝트·자원·장비·수리·회계·결재·게시판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BB3C0"/>
                </a:solidFill>
                <a:latin typeface="맑은 고딕"/>
              </a:rPr>
              <a:t>  4.  </a:t>
            </a:r>
            <a:r>
              <a:rPr sz="1700" b="1">
                <a:solidFill>
                  <a:srgbClr val="1B2A35"/>
                </a:solidFill>
                <a:latin typeface="맑은 고딕"/>
              </a:rPr>
              <a:t>OT-Brain NAS 통합검색</a:t>
            </a:r>
            <a:r>
              <a:rPr sz="1300" b="0">
                <a:solidFill>
                  <a:srgbClr val="556670"/>
                </a:solidFill>
                <a:latin typeface="맑은 고딕"/>
              </a:rPr>
              <a:t>   —  수십 년 자료를 검색 자산으로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BB3C0"/>
                </a:solidFill>
                <a:latin typeface="맑은 고딕"/>
              </a:rPr>
              <a:t>  5.  </a:t>
            </a:r>
            <a:r>
              <a:rPr sz="1700" b="1">
                <a:solidFill>
                  <a:srgbClr val="1B2A35"/>
                </a:solidFill>
                <a:latin typeface="맑은 고딕"/>
              </a:rPr>
              <a:t>기술·인프라·보안</a:t>
            </a:r>
            <a:r>
              <a:rPr sz="1300" b="0">
                <a:solidFill>
                  <a:srgbClr val="556670"/>
                </a:solidFill>
                <a:latin typeface="맑은 고딕"/>
              </a:rPr>
              <a:t>   —  어떻게 안전하게 운영되는가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BB3C0"/>
                </a:solidFill>
                <a:latin typeface="맑은 고딕"/>
              </a:rPr>
              <a:t>  6.  </a:t>
            </a:r>
            <a:r>
              <a:rPr sz="1700" b="1">
                <a:solidFill>
                  <a:srgbClr val="1B2A35"/>
                </a:solidFill>
                <a:latin typeface="맑은 고딕"/>
              </a:rPr>
              <a:t>운영 현황 / 로드맵 / 문의</a:t>
            </a:r>
            <a:r>
              <a:rPr sz="1300" b="0">
                <a:solidFill>
                  <a:srgbClr val="556670"/>
                </a:solidFill>
                <a:latin typeface="맑은 고딕"/>
              </a:rPr>
              <a:t>   —  지금 상태와 앞으로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6670"/>
                </a:solidFill>
                <a:latin typeface="맑은 고딕"/>
              </a:rPr>
              <a:t>오션테크 ERP·OT 통합 플랫폼  ·  사내 소개 자료 v1.0</a:t>
            </a:r>
          </a:p>
          <a:p>
            <a:endParaRPr sz="900" b="0">
              <a:solidFill>
                <a:srgbClr val="556670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6670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BB3C0"/>
                </a:solidFill>
                <a:latin typeface="맑은 고딕"/>
              </a:rPr>
              <a:t>WHAT IS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한눈에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해양 관측·계측 사업(부이·관측소·선박)을 위한 맞춤형 통합 업무 시스템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무엇: 프로젝트·자원·수리·회계·결재·지식검색을 하나의 웹에서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누가: 오션테크 전 임직원 (부서·직급별 권한 차등)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어디서: 사내 웹 브라우저 접속 — 설치 불필요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특징: 해양 도메인 특화 · 외부 SaaS 미사용 · 데이터 사내 보관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6670"/>
                </a:solidFill>
                <a:latin typeface="맑은 고딕"/>
              </a:rPr>
              <a:t>오션테크 ERP·OT 통합 플랫폼  ·  사내 소개 자료 v1.0</a:t>
            </a:r>
          </a:p>
          <a:p>
            <a:endParaRPr sz="900" b="0">
              <a:solidFill>
                <a:srgbClr val="556670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6670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BB3C0"/>
                </a:solidFill>
                <a:latin typeface="맑은 고딕"/>
              </a:rPr>
              <a:t>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도입 배경과 목적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기존 문제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프로젝트 일정·인력·장비가 개별 엑셀·담당자에 분산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수리·발주·재고·정산이 단절 → 같은 정보 중복 입력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수십 년 NAS 자료가 폴더에 묻혀 검색 불가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목표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단일 진실 원천 — 프로젝트·자원·자산을 한 곳에서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업무 연결 — 프로젝트→자원→장비→수리→회계→결재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지식 자산화 + 사내 자체 운영(데이터 주권)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6670"/>
                </a:solidFill>
                <a:latin typeface="맑은 고딕"/>
              </a:rPr>
              <a:t>오션테크 ERP·OT 통합 플랫폼  ·  사내 소개 자료 v1.0</a:t>
            </a:r>
          </a:p>
          <a:p>
            <a:endParaRPr sz="900" b="0">
              <a:solidFill>
                <a:srgbClr val="556670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6670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BB3C0"/>
                </a:solidFill>
                <a:latin typeface="맑은 고딕"/>
              </a:rPr>
              <a:t>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도입 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프로젝트 — 일정·진척·자원 배정 실시간 가시화, 진도율 자동 집계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자원·장비 — 가용성·과부하 한눈에(피크/과배정 경고)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수리(AS) — 접수→수리→부품→정산 이력 일원화 (현재 실운영)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회계·구매 — 고객사·발주·재고·정산 연결, 중복 입력 제거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전자결재 — 결재선·이력 표준화, 웹 어디서나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지식검색 — NAS 800만 파일을 한국어·영어로 즉시 검색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데이터 주권 — 모든 데이터 사내 보관, 외부 유출 위험 최소화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6670"/>
                </a:solidFill>
                <a:latin typeface="맑은 고딕"/>
              </a:rPr>
              <a:t>오션테크 ERP·OT 통합 플랫폼  ·  사내 소개 자료 v1.0</a:t>
            </a:r>
          </a:p>
          <a:p>
            <a:endParaRPr sz="900" b="0">
              <a:solidFill>
                <a:srgbClr val="556670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6670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BB3C0"/>
                </a:solidFill>
                <a:latin typeface="맑은 고딕"/>
              </a:rPr>
              <a:t>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전체 구성 지도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업무 모듈 (웹 메뉴 9개 + 관리자)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내 대시보드 · 지휘센터(전사 현황)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프로젝트 · 자원 · 장비 · 수리(AS)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회계(구매·재고·발주·정산) · 전자결재 · 게시판+NAS검색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지식 플랫폼 — OT-Brain (NAS 800만 파일 검색)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공통 기반 — 인증/권한 · 통합검색 · 첨부 · 알림 · 감사로그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기술 기반 — Next.js · Node 마이크로서비스 · PostgreSQL · Docker(온프레미스)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6670"/>
                </a:solidFill>
                <a:latin typeface="맑은 고딕"/>
              </a:rPr>
              <a:t>오션테크 ERP·OT 통합 플랫폼  ·  사내 소개 자료 v1.0</a:t>
            </a:r>
          </a:p>
          <a:p>
            <a:endParaRPr sz="900" b="0">
              <a:solidFill>
                <a:srgbClr val="556670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6670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BB3C0"/>
                </a:solidFill>
                <a:latin typeface="맑은 고딕"/>
              </a:rPr>
              <a:t>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기능 ① 프로젝트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해양 사업의 일정·자원을 관리하는 핵심 모듈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계층: 프로젝트 → 작업(Task) → 세그먼트(실제 일정+자원)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자원 배정: 세그먼트별 인력·장비를 %/시간 단위로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진도율 자동 집계: 하위 진척 → 상위 프로젝트 반영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템플릿: 반복 사업을 일정 오프셋으로 빠르게 생성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그룹핑: 부서·고객사·커스텀 기준 묶음(N:M)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6670"/>
                </a:solidFill>
                <a:latin typeface="맑은 고딕"/>
              </a:rPr>
              <a:t>오션테크 ERP·OT 통합 플랫폼  ·  사내 소개 자료 v1.0</a:t>
            </a:r>
          </a:p>
          <a:p>
            <a:endParaRPr sz="900" b="0">
              <a:solidFill>
                <a:srgbClr val="556670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6670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BB3C0"/>
                </a:solidFill>
                <a:latin typeface="맑은 고딕"/>
              </a:rPr>
              <a:t>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기능 ② 자원 · 장비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자원(사람) 관리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인력 가용성·부하율 시각화, 피크/과배정 경고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휴가·근태 연동으로 실제 가용 인력 반영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장비 관리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장비를 독립 자산 풀로 관리(센서·계측기)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체크아웃/반납 순환 — 프로젝트 대여·회수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장비 마스터: 모델명·제조사·SKU·재고 통일 표기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6670"/>
                </a:solidFill>
                <a:latin typeface="맑은 고딕"/>
              </a:rPr>
              <a:t>오션테크 ERP·OT 통합 플랫폼  ·  사내 소개 자료 v1.0</a:t>
            </a:r>
          </a:p>
          <a:p>
            <a:endParaRPr sz="900" b="0">
              <a:solidFill>
                <a:srgbClr val="556670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6670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BB3C0"/>
                </a:solidFill>
                <a:latin typeface="맑은 고딕"/>
              </a:rPr>
              <a:t>MODULE —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기능 ③ 수리(AS) 관리  ★ 실운영 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회사에서 가장 먼저 정식 운영에 들어간 모듈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접수 → 수리 → 부품 사용 → 정산 이력 일원화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고객사·공급사·부품 마스터 연계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통계로 수리 추이·부품 소진 파악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엑셀로 관리하던 기존 수리 데이터 이관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6670"/>
                </a:solidFill>
                <a:latin typeface="맑은 고딕"/>
              </a:rPr>
              <a:t>오션테크 ERP·OT 통합 플랫폼  ·  사내 소개 자료 v1.0</a:t>
            </a:r>
          </a:p>
          <a:p>
            <a:endParaRPr sz="900" b="0">
              <a:solidFill>
                <a:srgbClr val="556670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6670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BB3C0"/>
                </a:solidFill>
                <a:latin typeface="맑은 고딕"/>
              </a:rPr>
              <a:t>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기능 ④ 회계 (구매·재고·발주·정산)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구매-재고-결재를 연결하는 통합 회계 모듈 (하위 12개 기능)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마스터: 고객사 · 공급사 · 품목(SKU) · 창고/위치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흐름: 발주 → 입고 → 재고 → 번들출하 → 정산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발주 워크플로우: 결재라인·회계정산·발주송금·부분결제 자동분할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경비 접수(재무팀 연계) · 계약 · 변경 감사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6670"/>
                </a:solidFill>
                <a:latin typeface="맑은 고딕"/>
              </a:rPr>
              <a:t>오션테크 ERP·OT 통합 플랫폼  ·  사내 소개 자료 v1.0</a:t>
            </a:r>
          </a:p>
          <a:p>
            <a:endParaRPr sz="900" b="0">
              <a:solidFill>
                <a:srgbClr val="556670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6670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BB3C0"/>
                </a:solidFill>
                <a:latin typeface="맑은 고딕"/>
              </a:rPr>
              <a:t>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기능 ⑤ 전자결재 · 게시판 · 협업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전자결재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경비정산·지출결의서 등(EXPENSE 양식 일원화)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부서·직급 기반 결재선, 상신→승인/반려→완료 이력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게시판 · 협업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카테고리 게시판 · 기능요구 게시판(개선 트래킹)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작업 비고(협업 메모) · 회사 달력(공휴일 자동 갱신)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6670"/>
                </a:solidFill>
                <a:latin typeface="맑은 고딕"/>
              </a:rPr>
              <a:t>오션테크 ERP·OT 통합 플랫폼  ·  사내 소개 자료 v1.0</a:t>
            </a:r>
          </a:p>
          <a:p>
            <a:endParaRPr sz="900" b="0">
              <a:solidFill>
                <a:srgbClr val="556670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6670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BB3C0"/>
                </a:solidFill>
                <a:latin typeface="맑은 고딕"/>
              </a:rPr>
              <a:t>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기능 ⑥ 근태 · 관리자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근태·인사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출퇴근·근무 일정 관리, 휴가·휴일근무 자동 동기화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인력 현황·부하율 계산과 연계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관리자 기능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사용자·권한 · 결재라인 · 회사달력 · 장비자원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기능요청 트래킹 · 활동(감사) 로그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6670"/>
                </a:solidFill>
                <a:latin typeface="맑은 고딕"/>
              </a:rPr>
              <a:t>오션테크 ERP·OT 통합 플랫폼  ·  사내 소개 자료 v1.0</a:t>
            </a:r>
          </a:p>
          <a:p>
            <a:endParaRPr sz="900" b="0">
              <a:solidFill>
                <a:srgbClr val="556670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6670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BB3C0"/>
                </a:solidFill>
                <a:latin typeface="맑은 고딕"/>
              </a:rPr>
              <a:t>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OT-Brain — NAS 통합 지식검색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수십 년 NAS 자료를 검색 가능한 지식 자산으로 (게시판 → 🔎 NAS 통합검색)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규모: 약 804만 파일 / 30.4TB 스캔 완료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파일명·폴더는 전량 즉시 검색, 본문은 단계적 추출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검색 방식 (한국어·영어 모두)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키워드(부분일치+단어경계) + 의미검색(AI 다국어 임베딩)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중요도 가중(IDF) + GPU 재순위로 정확도 향상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6670"/>
                </a:solidFill>
                <a:latin typeface="맑은 고딕"/>
              </a:rPr>
              <a:t>오션테크 ERP·OT 통합 플랫폼  ·  사내 소개 자료 v1.0</a:t>
            </a:r>
          </a:p>
          <a:p>
            <a:endParaRPr sz="900" b="0">
              <a:solidFill>
                <a:srgbClr val="556670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6670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BB3C0"/>
                </a:solidFill>
                <a:latin typeface="맑은 고딕"/>
              </a:rPr>
              <a:t>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OT-Brain — NAS 통합 지식검색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파일 열기 (신규)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검색결과 파일명 클릭 → PDF·이미지·텍스트 브라우저 미리보기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엑셀·한글·도면 등은 다운로드 / 폴더 경로 복사 지원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운영 방식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비용 0 — 로컬 AI 사용, 외부 전송 없음(데이터 사내 보관)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본문 추출은 야간 자동 처리(업무시간 검색 우선)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향후 ERP와 양방향 연동되는 통합 지식 플랫폼으로 확장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6670"/>
                </a:solidFill>
                <a:latin typeface="맑은 고딕"/>
              </a:rPr>
              <a:t>오션테크 ERP·OT 통합 플랫폼  ·  사내 소개 자료 v1.0</a:t>
            </a:r>
          </a:p>
          <a:p>
            <a:endParaRPr sz="900" b="0">
              <a:solidFill>
                <a:srgbClr val="556670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6670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BB3C0"/>
                </a:solidFill>
                <a:latin typeface="맑은 고딕"/>
              </a:rPr>
              <a:t>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기술 스택과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프론트: Next.js 14 · TypeScript · Tailwind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백엔드: Node.js 20 · Fastify · Prisma · Zod (마이크로서비스)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데이터: PostgreSQL 16(서비스별 스키마) · Redis · RabbitMQ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AI 검색: Ollama(bge-m3·qwen) + pgvector + pg_trgm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구조: 모노레포(Turborepo) · 클린 아키텍처 4계층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품질: 문서 우선 + PDCA(계획-설계-실행-검증) 주기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6670"/>
                </a:solidFill>
                <a:latin typeface="맑은 고딕"/>
              </a:rPr>
              <a:t>오션테크 ERP·OT 통합 플랫폼  ·  사내 소개 자료 v1.0</a:t>
            </a:r>
          </a:p>
          <a:p>
            <a:endParaRPr sz="900" b="0">
              <a:solidFill>
                <a:srgbClr val="556670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6670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BB3C0"/>
                </a:solidFill>
                <a:latin typeface="맑은 고딕"/>
              </a:rPr>
              <a:t>INFRA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인프라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약 16개 컨테이너가 사내 서버 1대(Docker)에서 운영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PostgreSQL · Redis · RabbitMQ + 8개 마이크로서비스</a:t>
            </a:r>
          </a:p>
          <a:p>
            <a:pPr lvl="1">
              <a:spcAft>
                <a:spcPts val="700"/>
              </a:spcAft>
            </a:pPr>
            <a:r>
              <a:rPr sz="1300" b="0">
                <a:solidFill>
                  <a:srgbClr val="556670"/>
                </a:solidFill>
                <a:latin typeface="맑은 고딕"/>
              </a:rPr>
              <a:t>– AI 검색(Ollama) · OCR 3종 · DB 자동 백업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온프레미스 — 외부 클라우드 비용 없음, GPU 1대로 AI 처리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자동 백업 + 수동 스냅샷 보관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6670"/>
                </a:solidFill>
                <a:latin typeface="맑은 고딕"/>
              </a:rPr>
              <a:t>오션테크 ERP·OT 통합 플랫폼  ·  사내 소개 자료 v1.0</a:t>
            </a:r>
          </a:p>
          <a:p>
            <a:endParaRPr sz="900" b="0">
              <a:solidFill>
                <a:srgbClr val="556670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6670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BB3C0"/>
                </a:solidFill>
                <a:latin typeface="맑은 고딕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보안과 데이터 보호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사내 전용 운영 — 현재 외부 인터넷 미노출(로컬 네트워크 한정)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인증: JWT(Access 1h / Refresh 7d), 비밀번호 해싱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권한 분리: 역할·직급별 메뉴·기능 접근 제어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데이터 주권: 업무 데이터·NAS 자료 사내 보관(외부 AI 미전송)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감사 로그 + 보안 일괄 패치(Critical 0건 유지)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6670"/>
                </a:solidFill>
                <a:latin typeface="맑은 고딕"/>
              </a:rPr>
              <a:t>오션테크 ERP·OT 통합 플랫폼  ·  사내 소개 자료 v1.0</a:t>
            </a:r>
          </a:p>
          <a:p>
            <a:endParaRPr sz="900" b="0">
              <a:solidFill>
                <a:srgbClr val="556670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6670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BB3C0"/>
                </a:solidFill>
                <a:latin typeface="맑은 고딕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현재 운영 현황과 성숙도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수리(AS) 관리: ✅ 정식 운영(production) — 실제 업무 데이터로 운용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그 외 모듈: 사전운영(pre-prod) — 안정화 후 점진적 정식 전환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접속: 사내 네트워크 브라우저(외부 미노출)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안정 모듈 다수: 프로젝트·근태·대시보드·인증·게시판·검색·발주 등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진행 중: 경비정산 통합 · 재고 SKU · OCR 문서인식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6670"/>
                </a:solidFill>
                <a:latin typeface="맑은 고딕"/>
              </a:rPr>
              <a:t>오션테크 ERP·OT 통합 플랫폼  ·  사내 소개 자료 v1.0</a:t>
            </a:r>
          </a:p>
          <a:p>
            <a:endParaRPr sz="900" b="0">
              <a:solidFill>
                <a:srgbClr val="556670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6670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BB3C0"/>
                </a:solidFill>
                <a:latin typeface="맑은 고딕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향후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통합 지식 플랫폼 본격화 — NAS·ERP·미래 자료 통합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NAS 검색 고도화 — 본문 추출 확대 · 한↔영 동의어 · 증분 자동 갱신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모듈 정식 전환 — pre-prod → production 단계적 전환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운영 최적화 — 백업 확장 · 오프사이트 · TLS 등 이관 준비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E88A8"/>
                </a:solidFill>
                <a:latin typeface="맑은 고딕"/>
              </a:rPr>
              <a:t>▪ </a:t>
            </a:r>
            <a:r>
              <a:rPr sz="1500" b="1">
                <a:solidFill>
                  <a:srgbClr val="1B2A35"/>
                </a:solidFill>
                <a:latin typeface="맑은 고딕"/>
              </a:rPr>
              <a:t>AI 활용 확대 — 문서 질의응답(RAG) · OCR 자동 추출(GPU 증설 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6670"/>
                </a:solidFill>
                <a:latin typeface="맑은 고딕"/>
              </a:rPr>
              <a:t>오션테크 ERP·OT 통합 플랫폼  ·  사내 소개 자료 v1.0</a:t>
            </a:r>
          </a:p>
          <a:p>
            <a:endParaRPr sz="900" b="0">
              <a:solidFill>
                <a:srgbClr val="556670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6670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73152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맑은 고딕"/>
              </a:rPr>
              <a:t>함께 만들어가는 시스템입니다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1117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BB3C0"/>
                </a:solidFill>
                <a:latin typeface="맑은 고딕"/>
              </a:rPr>
              <a:t>·  접속: 사내 네트워크 → ERP 로그인 → 메뉴 이용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BB3C0"/>
                </a:solidFill>
                <a:latin typeface="맑은 고딕"/>
              </a:rPr>
              <a:t>·  NAS 검색: 게시판 상단 🔎 NAS 통합검색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BB3C0"/>
                </a:solidFill>
                <a:latin typeface="맑은 고딕"/>
              </a:rPr>
              <a:t>·  문의·개선 요청: 게시판 → 기능 요청 또는 담당자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2058</Words>
  <Application>Microsoft Office PowerPoint</Application>
  <PresentationFormat>와이드스크린</PresentationFormat>
  <Paragraphs>208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심 윤송</cp:lastModifiedBy>
  <cp:revision>2</cp:revision>
  <dcterms:created xsi:type="dcterms:W3CDTF">2013-01-27T09:14:16Z</dcterms:created>
  <dcterms:modified xsi:type="dcterms:W3CDTF">2026-06-11T07:29:22Z</dcterms:modified>
  <cp:category/>
</cp:coreProperties>
</file>